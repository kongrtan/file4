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B11906-2D93-45B6-B626-2DA8E5320BB3}">
  <a:tblStyle styleId="{9AB11906-2D93-45B6-B626-2DA8E5320B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22" Type="http://schemas.openxmlformats.org/officeDocument/2006/relationships/image" Target="../media/image30.png"/><Relationship Id="rId21" Type="http://schemas.openxmlformats.org/officeDocument/2006/relationships/image" Target="../media/image27.png"/><Relationship Id="rId24" Type="http://schemas.openxmlformats.org/officeDocument/2006/relationships/image" Target="../media/image37.png"/><Relationship Id="rId2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25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7.png"/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image" Target="../media/image18.png"/><Relationship Id="rId17" Type="http://schemas.openxmlformats.org/officeDocument/2006/relationships/image" Target="../media/image33.png"/><Relationship Id="rId16" Type="http://schemas.openxmlformats.org/officeDocument/2006/relationships/image" Target="../media/image16.png"/><Relationship Id="rId19" Type="http://schemas.openxmlformats.org/officeDocument/2006/relationships/image" Target="../media/image24.png"/><Relationship Id="rId1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94644"/>
            <a:ext cx="11601450" cy="140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Kubernetes Ingress에서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A1E9"/>
                </a:solidFill>
                <a:latin typeface="Urbanist"/>
                <a:ea typeface="Urbanist"/>
                <a:cs typeface="Urbanist"/>
                <a:sym typeface="Urbanist"/>
              </a:rPr>
              <a:t>Gateway API</a:t>
            </a:r>
            <a:r>
              <a:rPr b="1" i="0" lang="en-US" sz="48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로의 진화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3948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KT Cloud 클러스터 트래픽 관리의 현대화 및 최적화 분석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797931" y="2466975"/>
            <a:ext cx="659613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전환의 배경: 왜 지금인가?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047875" y="3919239"/>
            <a:ext cx="809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기존 Ingress API의 구조적 한계와 클라우드 네이티브 생태계의 표준 변화를 분석합니다.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6430"/>
            <a:ext cx="35242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96430"/>
            <a:ext cx="35242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396430"/>
            <a:ext cx="3524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14400" y="3415605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Annotation 지옥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14400" y="3929955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고급 라우팅 기능을 구현하기 위해 벤더별 비표준 Annotation에 과도하게 의존하여 가독성과 유지보수성이 저하됩니다.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676775" y="3415605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역할 분리 부족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4676775" y="3929955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인프라 운영자와 애플리케이션 개발자가 동일한 리소스를 편집해야 하므로 권한 관리 및 충돌 위험이 상존합니다.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439150" y="3415605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프로토콜 제약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439150" y="3929955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L7(HTTP/S) 중심의 설계로 인해 TCP, UDP, gRPC 등 다양한 L4 프로토콜에 대한 네이티브 지원이 부족합니다.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6790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76790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276790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기존 Ingress API의 3대 한계점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2555"/>
            <a:ext cx="4679602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6852" y="1872555"/>
            <a:ext cx="6083647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568255"/>
            <a:ext cx="4279552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36877" y="5568255"/>
            <a:ext cx="5683597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81152" y="3672780"/>
            <a:ext cx="1069776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3020317"/>
            <a:ext cx="235371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3353692"/>
            <a:ext cx="235371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525" y="3687067"/>
            <a:ext cx="235371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1525" y="4020442"/>
            <a:ext cx="235371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1525" y="4353817"/>
            <a:ext cx="235371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1525" y="4687192"/>
            <a:ext cx="2353716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36877" y="3119437"/>
            <a:ext cx="1143000" cy="487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22752" y="3120330"/>
            <a:ext cx="4397722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36877" y="3734692"/>
            <a:ext cx="1143000" cy="487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022752" y="3721298"/>
            <a:ext cx="4397722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736877" y="4363342"/>
            <a:ext cx="1143000" cy="487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022752" y="4349948"/>
            <a:ext cx="4397722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71525" y="2072580"/>
            <a:ext cx="427955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736877" y="2072580"/>
            <a:ext cx="568359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62025" y="2177355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927377" y="2177355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3265884" y="3134617"/>
            <a:ext cx="142875" cy="1714500"/>
          </a:xfrm>
          <a:prstGeom prst="rect">
            <a:avLst/>
          </a:prstGeom>
          <a:noFill/>
          <a:ln cap="flat" cmpd="sng" w="1905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456384" y="3906142"/>
            <a:ext cx="93553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F5350"/>
                </a:solidFill>
                <a:latin typeface="Urbanist"/>
                <a:ea typeface="Urbanist"/>
                <a:cs typeface="Urbanist"/>
                <a:sym typeface="Urbanist"/>
              </a:rPr>
              <a:t>Annotation 지옥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644651" y="3891855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146577" y="3206055"/>
            <a:ext cx="415007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KT Cloud API &amp; Gateway Class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146577" y="3377505"/>
            <a:ext cx="415007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KCLB Provisioning / Template Definition (표준화)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146577" y="3807023"/>
            <a:ext cx="41500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Gateway 리소스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146577" y="4007048"/>
            <a:ext cx="415007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포트 설정 (80/443), TLS 인증서 중앙 관리, IP 바인딩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146577" y="4435673"/>
            <a:ext cx="41500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HTTPRoute 리소스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146577" y="4635698"/>
            <a:ext cx="415007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인프라 종속성 없이 라우팅 규칙 및 Canary 가중치 제어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Ingress vs Gateway API 아키텍처 비교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17"/>
          <p:cNvGraphicFramePr/>
          <p:nvPr/>
        </p:nvGraphicFramePr>
        <p:xfrm>
          <a:off x="571500" y="2491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{9AB11906-2D93-45B6-B626-2DA8E5320BB3}</a:tableStyleId>
              </a:tblPr>
              <a:tblGrid>
                <a:gridCol w="2359225"/>
                <a:gridCol w="3780075"/>
                <a:gridCol w="49097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508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비교 항목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508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Ingress API (기존)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508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Gateway API (신규)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구성 방식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단일 리소스 + Annotation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역할 기반 다중 리소스 (CRD)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프로토콜 지원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HTTP, HTTPS (L7 전용)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HTTP, gRPC, TCP, UDP (L4-L7)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확장성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벤더 종속적 (Annotation)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표준화된 필드 및 필터 지원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트래픽 제어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제한적 (별도 도구 필요)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네이티브 가중치 기반 트래픽 분산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7"/>
          <p:cNvSpPr/>
          <p:nvPr/>
        </p:nvSpPr>
        <p:spPr>
          <a:xfrm>
            <a:off x="571500" y="3110805"/>
            <a:ext cx="2359223" cy="19050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930723" y="3110805"/>
            <a:ext cx="3780085" cy="19050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710808" y="3110805"/>
            <a:ext cx="4909691" cy="19050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3725167"/>
            <a:ext cx="2359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930723" y="3725167"/>
            <a:ext cx="378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710808" y="3725167"/>
            <a:ext cx="4909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4325242"/>
            <a:ext cx="2359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930723" y="4325242"/>
            <a:ext cx="378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710808" y="4325242"/>
            <a:ext cx="4909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71500" y="4925317"/>
            <a:ext cx="2359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930723" y="4925317"/>
            <a:ext cx="378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710808" y="4925317"/>
            <a:ext cx="4909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71500" y="5525392"/>
            <a:ext cx="2359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930723" y="5525392"/>
            <a:ext cx="378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710808" y="5525392"/>
            <a:ext cx="4909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Ingress vs. Gateway API 상세 비교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1192"/>
            <a:ext cx="35242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01192"/>
            <a:ext cx="35242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01192"/>
            <a:ext cx="352425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14400" y="3448942"/>
            <a:ext cx="29803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Infrastructure Provider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14400" y="3925192"/>
            <a:ext cx="2838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GatewayClass를 통해 클러스터에 사용할 네트워크 인프라(LB 등)의 성능과 특성을 사전에 정의합니다.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676775" y="3448942"/>
            <a:ext cx="29803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Cluster Operator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676775" y="3925192"/>
            <a:ext cx="28384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Gateway를 통해 공통 도메인, TLS 인증서, 정책(WAF, Auth)을 중앙에서 일관되게 관리합니다.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439150" y="3448942"/>
            <a:ext cx="29803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App Developer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439150" y="3925192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서비스 개발자는 인프라 설정에 대한 고민 없이 HTTPRoute를 통해 본인의 서비스 라우팅에만 집중합니다.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801242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801242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150" y="2801242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역할 기반 관리를 통한 운영 최적화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4360"/>
            <a:ext cx="11049000" cy="482738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4765774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*KT Cloud 내부 벤치마크 및 커뮤니티 표준 지표 기반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전환에 따른 운영 효율성 지표 분석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571500" y="3968055"/>
            <a:ext cx="11049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710630" y="38918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10733" y="3325117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Step 01. 준비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4134742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CRD 설치 및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GatewayClass 정의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583310" y="38918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383413" y="3553717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Step 02. 구성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444180" y="4068067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공통 Gateway 및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TLS 인증서 설정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455991" y="38918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256094" y="3325117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Step 03. 매핑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316860" y="4134742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Ingress 룰을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HTTPRoute로 변환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10328671" y="38918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9128774" y="3553717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Step 04. 검증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189541" y="4068067"/>
            <a:ext cx="24306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트래픽 점진적 전환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및 성능 모니터링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Ingress to Gateway API 전환 로드맵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762000" y="88761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실제 구현 사례 및 가치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88761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2691705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Urbanist"/>
                <a:ea typeface="Urbanist"/>
                <a:cs typeface="Urbanist"/>
                <a:sym typeface="Urbanist"/>
              </a:rPr>
              <a:t>KT Cloud 표준 아키텍처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3320355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KT Cloud의 고성능 네트워크 환경에서 Gateway API를 도입함으로써, 엔터프라이즈 급 요구사항인 세밀한 트래픽 분산과 보안 정책 적용이 간소화되었습니다.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4496692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특히 **Canary 배포** 시 Annotation 기반의 복잡한 연산 없이 표준 가중치(Weight) 필드만으로 안정적인 배포가 가능해졌습니다.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55166" y="3203674"/>
            <a:ext cx="9713267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점진적 이주(Gradual Migration):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기존 Ingress와 Gateway API는 공존 가능하므로 서비스별로 순차적 전환을 권장합니다.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55166" y="3713261"/>
            <a:ext cx="9593014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Namespace 설계: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리소스 참조(ReferenceGrant) 기능을 활용하여 네임스페이스 간 안전한 트래픽 흐름을 설계하십시오.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55166" y="4222849"/>
            <a:ext cx="8728471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버전 확인: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사용하는 Ingress Controller가 Gateway API 표준 v1.0 이상을 지원하는지 사전 확인이 필요합니다.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7011"/>
            <a:ext cx="140791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46599"/>
            <a:ext cx="140791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56186"/>
            <a:ext cx="140791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762000" y="79236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전환 시 주요 고려사항 및 Best Practices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71500" y="792360"/>
            <a:ext cx="57150" cy="523875"/>
          </a:xfrm>
          <a:prstGeom prst="rect">
            <a:avLst/>
          </a:prstGeom>
          <a:solidFill>
            <a:srgbClr val="00A1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1345253" y="2420391"/>
            <a:ext cx="950134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클라우드 네이티브 네트워킹의 미래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809750" y="3951982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Ingress의 시대를 넘어, Gateway API는 더 강력하고 유연한 표준으로 자리 잡았습니다. KT Cloud는 이 변화의 중심에서 고객사의 성공적인 디지털 전환을 지원합니다.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95275" y="110862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219447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감사합니다. 질문이 있으시면 답변해 드리겠습니다.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298504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tech.ktcloud.com | kt cloud Container Service 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